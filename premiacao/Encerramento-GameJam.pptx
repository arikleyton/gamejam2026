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0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4A2466-81B5-E278-9B1F-A0FC75DD3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C7B71F-39EE-F62C-2A56-9A6FE5ADA5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E79F3-FEBB-A180-56AB-225E352B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DE694-3949-43E2-B3F7-B4C1203D781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81D4B1-9DF6-7324-7D05-EC805ED21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834A38-7985-2B39-617C-C8383ADAB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19DD-7A72-4C4C-A41E-2D3F83B5C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5922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70846E-0691-7114-313D-83056FF35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CC3570-739A-C01F-491B-243876A59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8F1400-C518-119B-729C-9E0A333E7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DE694-3949-43E2-B3F7-B4C1203D781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4D10A2-1910-68DA-A6DC-432397C8E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98C3D9-D38A-AE38-EB27-DD44562D1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19DD-7A72-4C4C-A41E-2D3F83B5C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2604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E74954-D180-55BC-2B37-963289D01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BA4B88-B6F2-3C24-338C-AE401E6A3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84F68F-988F-4BC2-3F28-E2BA17739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DE694-3949-43E2-B3F7-B4C1203D781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50EA46-F29A-E504-2633-536DBF431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E63934-8790-939F-CC0F-A355D1440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19DD-7A72-4C4C-A41E-2D3F83B5C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3481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489FF-D0B3-16CE-7BE4-053B314BF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2F64B0-32FF-63B1-94C7-72DEDD3539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8A7FAC1-6855-60D5-E957-34C437C42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671FEE6-EF83-6C55-619A-764DD9398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DE694-3949-43E2-B3F7-B4C1203D781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F67E12E-D972-1D2D-C474-594EBFC2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3844FC-0890-9652-D932-D796AEE57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19DD-7A72-4C4C-A41E-2D3F83B5C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221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B760C-067A-C584-3414-3182EA0D6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372C67-993B-C8A5-5B05-CEC40B0EF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025052D-BFEB-6AA6-D758-CA87F6099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CFCF2D6-70BF-3A65-8F99-7EAE8B7F56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2CD14B2-0E4A-68FC-BC1C-4B26FCA739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8AEF754-24D0-63EA-4CF1-4A8FFBB59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DE694-3949-43E2-B3F7-B4C1203D781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2A1BFC2-8D3A-1269-A0D7-7E648925C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CDF2563-1CE8-99DA-7048-F81799AC8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19DD-7A72-4C4C-A41E-2D3F83B5C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4864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072AEF-FCFD-BAFF-D87E-8F7AFD25A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EB59EC5-1478-A85C-F0BD-21D70DED2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DE694-3949-43E2-B3F7-B4C1203D781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C77D29C-7022-9157-EDCB-C0BA0B642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572C32F-655D-D408-E1AD-496A2C59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19DD-7A72-4C4C-A41E-2D3F83B5C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987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6E0DEF0-9202-64EB-A4E1-C919E60E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DE694-3949-43E2-B3F7-B4C1203D781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C19B31D-9E86-F7B5-EFEB-AB1105389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874458-F8BF-33E4-9AA6-3F7ECC1D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19DD-7A72-4C4C-A41E-2D3F83B5C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3204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C54294-F7D4-CAAB-3948-25BF90719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14CD40-3656-D71B-541A-D38EF22BD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CBB7D3-8ABB-CF4C-0BAE-3D83811DA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674B312-021C-DE9D-6243-2C86ACB4A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DE694-3949-43E2-B3F7-B4C1203D781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37AE98-633D-7725-9942-6017681FE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A07FDD-71BB-E32C-200C-00C14F258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19DD-7A72-4C4C-A41E-2D3F83B5C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450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EA43F0-E1F4-CDC5-97C3-373E278C7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4B1A815-120F-B694-CFD9-BBCDA1BD6D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3E8DBC-3B0B-14D3-053B-7F38BC95F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AC41F0-E836-E12D-28A8-CDC438E75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DE694-3949-43E2-B3F7-B4C1203D781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E2C319-1218-4298-6D7B-30F72FBFC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F6353E-AC90-CE1B-CBD1-4639C419D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19DD-7A72-4C4C-A41E-2D3F83B5C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7714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FE0EBE-BA09-BBB4-9B28-57022FD25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3AB38B-2F49-5328-4F7C-F5E40E5FE2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8FC510-7CFB-53D6-6E9E-0436345F7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DE694-3949-43E2-B3F7-B4C1203D781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9A7B87-F858-397F-9427-9280B0D85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8CFE6C-7FE6-0C90-E973-4E71C5D7F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19DD-7A72-4C4C-A41E-2D3F83B5C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6082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80BA351-D74C-CDB3-89DF-2CCE8D854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9CB6A9-9D98-B91D-37CC-3DD4CCEF8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731C4B-B222-71AF-792A-7415BD8DD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DE694-3949-43E2-B3F7-B4C1203D781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A52573-9C39-C5F3-6A1A-4894E7551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60BEAB-759F-65A0-0801-B1D315DA4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19DD-7A72-4C4C-A41E-2D3F83B5C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872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A673F24-A742-30D5-3199-AEE3ECA10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61B5188-4251-3B1F-E0F8-2A231EFF8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E43889-9547-B5F7-0A02-94C49C9A8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DE694-3949-43E2-B3F7-B4C1203D781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638214-692A-2514-6B7C-D1DCD8F2C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0CF91C-3A7B-A635-843B-7B2210E7E1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BC19DD-7A72-4C4C-A41E-2D3F83B5C9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4687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jp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jp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5E03B86-FD7A-DDD7-6AED-B901E8C41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447" y="0"/>
            <a:ext cx="10223106" cy="6858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13440CD-2FCB-A2F8-0F18-FE5E5C3D7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49" y="5525511"/>
            <a:ext cx="1512959" cy="100863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B17F61C-CF1D-35A2-1E79-BAD63AC6E8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807" y="5924550"/>
            <a:ext cx="2201048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689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4B01F-C194-C608-B767-7D13CF997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O Sucesso da Game Jam em Números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68A2B96-C26B-394E-5CD6-E8BABA81FD34}"/>
              </a:ext>
            </a:extLst>
          </p:cNvPr>
          <p:cNvSpPr txBox="1"/>
          <p:nvPr/>
        </p:nvSpPr>
        <p:spPr>
          <a:xfrm>
            <a:off x="114908" y="3320794"/>
            <a:ext cx="446417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23 Jogos Enviados</a:t>
            </a:r>
          </a:p>
          <a:p>
            <a:r>
              <a:rPr lang="pt-BR" sz="2800" b="1" dirty="0"/>
              <a:t>5 – Alunos do Superior</a:t>
            </a:r>
          </a:p>
          <a:p>
            <a:r>
              <a:rPr lang="pt-BR" sz="2800" b="1" dirty="0"/>
              <a:t>18 – Alunos Médio/Técnico</a:t>
            </a:r>
          </a:p>
          <a:p>
            <a:endParaRPr lang="pt-BR" sz="2800" b="1" dirty="0">
              <a:solidFill>
                <a:srgbClr val="FF0000"/>
              </a:solidFill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AD22880-9F3B-CDB4-5113-7B9FBC6BA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030" y="4572000"/>
            <a:ext cx="7300877" cy="21040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3497A5B7-0AF4-38EF-7988-306FEEC9BEE6}"/>
              </a:ext>
            </a:extLst>
          </p:cNvPr>
          <p:cNvSpPr txBox="1"/>
          <p:nvPr/>
        </p:nvSpPr>
        <p:spPr>
          <a:xfrm>
            <a:off x="114908" y="1613118"/>
            <a:ext cx="44641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rgbClr val="FF0000"/>
                </a:solidFill>
              </a:rPr>
              <a:t>84 - Total de Participantes</a:t>
            </a:r>
          </a:p>
          <a:p>
            <a:r>
              <a:rPr lang="pt-BR" sz="2800" b="1" dirty="0"/>
              <a:t>74 – Alunos do IFPA</a:t>
            </a:r>
          </a:p>
          <a:p>
            <a:r>
              <a:rPr lang="pt-BR" sz="2800" b="1" dirty="0"/>
              <a:t>10 – Outras Instituições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65C307F-2B3E-FB9D-5FA8-CD8185253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8851" y="2412853"/>
            <a:ext cx="1815882" cy="181588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AEB7278-D7E6-FFEA-B171-F33F0E48848C}"/>
              </a:ext>
            </a:extLst>
          </p:cNvPr>
          <p:cNvSpPr txBox="1"/>
          <p:nvPr/>
        </p:nvSpPr>
        <p:spPr>
          <a:xfrm>
            <a:off x="8101584" y="1543610"/>
            <a:ext cx="40904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FF0000"/>
                </a:solidFill>
              </a:rPr>
              <a:t>Participantes Femininas:</a:t>
            </a:r>
          </a:p>
          <a:p>
            <a:pPr algn="ctr"/>
            <a:r>
              <a:rPr lang="pt-BR" sz="2400" b="1" dirty="0"/>
              <a:t>1/3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11DA480-2D5A-69B2-DEC6-926A27EB2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9169" y="2387251"/>
            <a:ext cx="1815882" cy="1815882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741BAAE6-A5D3-3C8A-D272-1F1B9F4FEF6E}"/>
              </a:ext>
            </a:extLst>
          </p:cNvPr>
          <p:cNvSpPr txBox="1"/>
          <p:nvPr/>
        </p:nvSpPr>
        <p:spPr>
          <a:xfrm>
            <a:off x="4579082" y="1556254"/>
            <a:ext cx="34960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FF0000"/>
                </a:solidFill>
              </a:rPr>
              <a:t>Escolaridade</a:t>
            </a:r>
            <a:r>
              <a:rPr lang="pt-BR" sz="2400" b="1" dirty="0"/>
              <a:t>:</a:t>
            </a:r>
          </a:p>
          <a:p>
            <a:pPr algn="ctr"/>
            <a:r>
              <a:rPr lang="pt-BR" sz="2400" b="1" dirty="0"/>
              <a:t>78% Médio-Técnico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7B089B9-FFCF-6F48-D036-82FADDB55A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180" y="4377922"/>
            <a:ext cx="2134516" cy="304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6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8874D-CB1F-9AB8-D77F-12843F93B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Continuidade do Projeto </a:t>
            </a:r>
            <a:r>
              <a:rPr lang="pt-BR" b="1" dirty="0" err="1">
                <a:solidFill>
                  <a:schemeClr val="accent3"/>
                </a:solidFill>
              </a:rPr>
              <a:t>GamIFicar</a:t>
            </a:r>
            <a:endParaRPr lang="pt-BR" b="1" dirty="0">
              <a:solidFill>
                <a:schemeClr val="accent3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1CC376-4216-5F43-E881-56100F05E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38892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pt-BR" b="1" dirty="0">
                <a:solidFill>
                  <a:srgbClr val="FF0000"/>
                </a:solidFill>
              </a:rPr>
              <a:t>Fortalecer cada vez mais a comunidade gamer do IFPA e região:</a:t>
            </a:r>
            <a:endParaRPr lang="pt-BR" dirty="0"/>
          </a:p>
          <a:p>
            <a:pPr lvl="1">
              <a:lnSpc>
                <a:spcPct val="200000"/>
              </a:lnSpc>
            </a:pPr>
            <a:r>
              <a:rPr lang="pt-BR" sz="2800" dirty="0"/>
              <a:t>Propor mais atividades geeks e gamer no instituto;</a:t>
            </a:r>
          </a:p>
          <a:p>
            <a:pPr lvl="1">
              <a:lnSpc>
                <a:spcPct val="200000"/>
              </a:lnSpc>
            </a:pPr>
            <a:r>
              <a:rPr lang="pt-BR" sz="2800" dirty="0"/>
              <a:t>Ofertar mais minicursos e oficinas para incentivar o aprendizado;</a:t>
            </a:r>
          </a:p>
          <a:p>
            <a:pPr lvl="1">
              <a:lnSpc>
                <a:spcPct val="200000"/>
              </a:lnSpc>
            </a:pPr>
            <a:r>
              <a:rPr lang="pt-BR" sz="2800" dirty="0"/>
              <a:t>Programar mais desafios, concursos e campeonatos para a comunidade.</a:t>
            </a:r>
          </a:p>
          <a:p>
            <a:pPr>
              <a:lnSpc>
                <a:spcPct val="200000"/>
              </a:lnSpc>
            </a:pPr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552B652-2220-D58F-2C6F-EEFB6A1CD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5400675"/>
            <a:ext cx="2085975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659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1AD80D-5FA7-588D-5BB4-7A45F5A9A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65125"/>
            <a:ext cx="11018520" cy="5697347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/>
              <a:t>Agradeço pela confiança e empenho de todos.</a:t>
            </a:r>
            <a:br>
              <a:rPr lang="pt-BR" sz="6000" b="1" dirty="0"/>
            </a:br>
            <a:br>
              <a:rPr lang="pt-BR" sz="6000" b="1" dirty="0"/>
            </a:br>
            <a:br>
              <a:rPr lang="pt-BR" sz="6000" b="1" dirty="0"/>
            </a:br>
            <a:r>
              <a:rPr lang="pt-BR" sz="6000" b="1" dirty="0"/>
              <a:t>Vocês são foda!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26E4BD1-1DDE-C773-363F-A8D61DF12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199" y="3590924"/>
            <a:ext cx="1824117" cy="32670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2A5CE87-FE9D-4361-7A83-3E3F80E3FC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150" y="3667124"/>
            <a:ext cx="1824117" cy="32670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E534F07-81DB-E86B-04E4-C01811C099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101" y="3429000"/>
            <a:ext cx="1824117" cy="326707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9354363-70E0-BB82-DE7B-C5A6FC664F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3" y="5367147"/>
            <a:ext cx="2085975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175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E54DF5-F6ED-1162-6262-8722516E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9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PREMIAÇÃO</a:t>
            </a:r>
            <a:endParaRPr lang="en-US" sz="9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89169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 descr="Design PNG E SVG De Medalha De Ouro Do Primeiro Lugar Para Camisetas">
            <a:extLst>
              <a:ext uri="{FF2B5EF4-FFF2-40B4-BE49-F238E27FC236}">
                <a16:creationId xmlns:a16="http://schemas.microsoft.com/office/drawing/2014/main" id="{69308DB0-D05D-17D8-D32A-546D86B7CB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35" r="22637"/>
          <a:stretch>
            <a:fillRect/>
          </a:stretch>
        </p:blipFill>
        <p:spPr>
          <a:xfrm>
            <a:off x="10524744" y="-51777"/>
            <a:ext cx="1667256" cy="306322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498851C-1752-BB9B-511D-B0E9739EB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MELHORES JOGOS DA GAME JAM 2026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D569B23-D309-E4B7-40FC-477C1415D6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55" y="5648325"/>
            <a:ext cx="1803242" cy="12096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147A9E9-3ADD-4BEF-33F6-3FA28AF707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347" y="5648325"/>
            <a:ext cx="1697197" cy="113146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B321B7C-8CC1-5B7B-400A-7948F1AA67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744" y="5680221"/>
            <a:ext cx="808000" cy="1177779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404832DD-1A51-C684-A93C-4625755C2E66}"/>
              </a:ext>
            </a:extLst>
          </p:cNvPr>
          <p:cNvSpPr txBox="1"/>
          <p:nvPr/>
        </p:nvSpPr>
        <p:spPr>
          <a:xfrm>
            <a:off x="5405717" y="4180699"/>
            <a:ext cx="67862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Categoria: Ens. Superior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458A3CB-4C0B-21B6-2AC3-BECC18926D44}"/>
              </a:ext>
            </a:extLst>
          </p:cNvPr>
          <p:cNvSpPr txBox="1"/>
          <p:nvPr/>
        </p:nvSpPr>
        <p:spPr>
          <a:xfrm>
            <a:off x="5285298" y="4772755"/>
            <a:ext cx="70271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800" b="1" dirty="0">
                <a:solidFill>
                  <a:srgbClr val="FF0000"/>
                </a:solidFill>
              </a:rPr>
              <a:t>1º Lugar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0B564AED-D059-E70C-4D0E-62EDC6E409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47310" y="1603113"/>
            <a:ext cx="2434515" cy="365177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632C186E-D474-3A3F-3A0C-4EE86B4B6C8C}"/>
              </a:ext>
            </a:extLst>
          </p:cNvPr>
          <p:cNvSpPr txBox="1"/>
          <p:nvPr/>
        </p:nvSpPr>
        <p:spPr>
          <a:xfrm>
            <a:off x="5405717" y="2026237"/>
            <a:ext cx="546870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accent3"/>
                </a:solidFill>
              </a:rPr>
              <a:t>Equipe:</a:t>
            </a:r>
            <a:r>
              <a:rPr lang="pt-BR" sz="4400" b="1" dirty="0">
                <a:solidFill>
                  <a:sysClr val="windowText" lastClr="000000"/>
                </a:solidFill>
              </a:rPr>
              <a:t> Rice </a:t>
            </a:r>
            <a:r>
              <a:rPr lang="pt-BR" sz="4400" b="1" dirty="0" err="1">
                <a:solidFill>
                  <a:sysClr val="windowText" lastClr="000000"/>
                </a:solidFill>
              </a:rPr>
              <a:t>Studios</a:t>
            </a:r>
            <a:endParaRPr lang="pt-BR" sz="4400" b="1" dirty="0">
              <a:solidFill>
                <a:sysClr val="windowText" lastClr="000000"/>
              </a:solidFill>
            </a:endParaRPr>
          </a:p>
          <a:p>
            <a:pPr algn="ctr"/>
            <a:r>
              <a:rPr lang="pt-BR" sz="4400" b="1" dirty="0">
                <a:solidFill>
                  <a:schemeClr val="accent3"/>
                </a:solidFill>
              </a:rPr>
              <a:t>Jogo: </a:t>
            </a:r>
            <a:r>
              <a:rPr lang="pt-BR" sz="4400" b="1" dirty="0">
                <a:solidFill>
                  <a:sysClr val="windowText" lastClr="000000"/>
                </a:solidFill>
              </a:rPr>
              <a:t>Spear Rush</a:t>
            </a:r>
          </a:p>
        </p:txBody>
      </p:sp>
    </p:spTree>
    <p:extLst>
      <p:ext uri="{BB962C8B-B14F-4D97-AF65-F5344CB8AC3E}">
        <p14:creationId xmlns:p14="http://schemas.microsoft.com/office/powerpoint/2010/main" val="3208587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25BD8-8C7A-8843-D146-3D295CC54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 descr="Página 3 | Medalha dourada 1 lugar Imagens – Download Grátis no Magnific  (antes Freepik)">
            <a:extLst>
              <a:ext uri="{FF2B5EF4-FFF2-40B4-BE49-F238E27FC236}">
                <a16:creationId xmlns:a16="http://schemas.microsoft.com/office/drawing/2014/main" id="{FA602767-F1CF-1DEB-59F8-3A857061F4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20" t="13523" r="26313" b="14561"/>
          <a:stretch>
            <a:fillRect/>
          </a:stretch>
        </p:blipFill>
        <p:spPr>
          <a:xfrm>
            <a:off x="10607040" y="1"/>
            <a:ext cx="1584310" cy="245204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EAE3736-7EF1-47A6-4EA1-CF55F6902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MELHORES JOGOS DA GAME JAM 2026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DAFA458-7A1E-AAD9-1D43-8F0F2027A8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55" y="5648325"/>
            <a:ext cx="1803242" cy="12096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A55506A-CB41-42A4-AB01-8AB2C8C4C0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347" y="5648325"/>
            <a:ext cx="1697197" cy="113146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10791B3-EE00-B829-90C9-5BEDF12D13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744" y="5680221"/>
            <a:ext cx="808000" cy="1177779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F4DDF887-DB0F-6F45-34EC-CA07B321C5ED}"/>
              </a:ext>
            </a:extLst>
          </p:cNvPr>
          <p:cNvSpPr txBox="1"/>
          <p:nvPr/>
        </p:nvSpPr>
        <p:spPr>
          <a:xfrm>
            <a:off x="5405717" y="4180699"/>
            <a:ext cx="67862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Categoria: Médio/Técnico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9B477EE-6E2F-B313-860F-C03950B8C5CD}"/>
              </a:ext>
            </a:extLst>
          </p:cNvPr>
          <p:cNvSpPr txBox="1"/>
          <p:nvPr/>
        </p:nvSpPr>
        <p:spPr>
          <a:xfrm>
            <a:off x="5285298" y="4772755"/>
            <a:ext cx="70271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800" b="1" dirty="0">
                <a:solidFill>
                  <a:srgbClr val="FF0000"/>
                </a:solidFill>
              </a:rPr>
              <a:t>3º Lugar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AF2E6F8C-2727-2381-9264-BE37856FAE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9065" y="1828800"/>
            <a:ext cx="4683353" cy="255455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120032B-E2B4-E4F3-34E5-2258F994D5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964837">
            <a:off x="2582012" y="1996852"/>
            <a:ext cx="2875051" cy="287505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7B8FCD4D-1787-A39A-E742-B13BA37BC70E}"/>
              </a:ext>
            </a:extLst>
          </p:cNvPr>
          <p:cNvSpPr txBox="1"/>
          <p:nvPr/>
        </p:nvSpPr>
        <p:spPr>
          <a:xfrm>
            <a:off x="5758695" y="2306902"/>
            <a:ext cx="525449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accent3"/>
                </a:solidFill>
              </a:rPr>
              <a:t>Jogo: </a:t>
            </a:r>
            <a:r>
              <a:rPr lang="pt-BR" sz="4400" b="1" dirty="0" err="1">
                <a:solidFill>
                  <a:sysClr val="windowText" lastClr="000000"/>
                </a:solidFill>
              </a:rPr>
              <a:t>Captus</a:t>
            </a:r>
            <a:r>
              <a:rPr lang="pt-BR" sz="4400" b="1" dirty="0">
                <a:solidFill>
                  <a:sysClr val="windowText" lastClr="000000"/>
                </a:solidFill>
              </a:rPr>
              <a:t> </a:t>
            </a:r>
            <a:r>
              <a:rPr lang="pt-BR" sz="4400" b="1" dirty="0" err="1">
                <a:solidFill>
                  <a:sysClr val="windowText" lastClr="000000"/>
                </a:solidFill>
              </a:rPr>
              <a:t>Gator</a:t>
            </a:r>
            <a:endParaRPr lang="pt-BR" sz="4400" b="1" dirty="0">
              <a:solidFill>
                <a:sysClr val="windowText" lastClr="000000"/>
              </a:solidFill>
            </a:endParaRPr>
          </a:p>
          <a:p>
            <a:pPr algn="ctr"/>
            <a:r>
              <a:rPr lang="pt-BR" sz="4400" b="1" dirty="0">
                <a:solidFill>
                  <a:schemeClr val="accent3"/>
                </a:solidFill>
              </a:rPr>
              <a:t>Jogo: </a:t>
            </a:r>
            <a:r>
              <a:rPr lang="pt-BR" sz="4400" b="1" dirty="0">
                <a:solidFill>
                  <a:sysClr val="windowText" lastClr="000000"/>
                </a:solidFill>
              </a:rPr>
              <a:t>Block Buster</a:t>
            </a:r>
          </a:p>
        </p:txBody>
      </p:sp>
    </p:spTree>
    <p:extLst>
      <p:ext uri="{BB962C8B-B14F-4D97-AF65-F5344CB8AC3E}">
        <p14:creationId xmlns:p14="http://schemas.microsoft.com/office/powerpoint/2010/main" val="739661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1A7EF-8B18-91B8-BC6E-96E2BA82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E42DB36D-5DE9-C7D1-ED15-78AD2D28A9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56" r="16823" b="5639"/>
          <a:stretch>
            <a:fillRect/>
          </a:stretch>
        </p:blipFill>
        <p:spPr>
          <a:xfrm>
            <a:off x="10402653" y="0"/>
            <a:ext cx="1789347" cy="254203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5A74C37-D463-BA69-6044-768DFC5FA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MELHORES JOGOS DA GAME JAM 2026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13150CF-80B2-8137-31D4-85E7078C7C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55" y="5648325"/>
            <a:ext cx="1803242" cy="12096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B9DC55E-6024-49E4-EE1B-499E6DFEDA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347" y="5648325"/>
            <a:ext cx="1697197" cy="113146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D02949F-28F4-13AD-76E3-E313D9525E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744" y="5680221"/>
            <a:ext cx="808000" cy="1177779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E98E325E-EECB-ACFD-1DA3-B543C83A6366}"/>
              </a:ext>
            </a:extLst>
          </p:cNvPr>
          <p:cNvSpPr txBox="1"/>
          <p:nvPr/>
        </p:nvSpPr>
        <p:spPr>
          <a:xfrm>
            <a:off x="5405717" y="4180699"/>
            <a:ext cx="67862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Categoria: Médio/Técnico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5326E02-BEF1-CAC8-97BA-8FF314D85120}"/>
              </a:ext>
            </a:extLst>
          </p:cNvPr>
          <p:cNvSpPr txBox="1"/>
          <p:nvPr/>
        </p:nvSpPr>
        <p:spPr>
          <a:xfrm>
            <a:off x="5285298" y="4772755"/>
            <a:ext cx="70271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800" b="1" dirty="0">
                <a:solidFill>
                  <a:srgbClr val="FF0000"/>
                </a:solidFill>
              </a:rPr>
              <a:t>2º Lugar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31EEF4C4-37A5-02B0-7E2A-A98C3F7360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4307" y="1617844"/>
            <a:ext cx="2560521" cy="362231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1CAAA5E4-76C8-209E-D3F4-55B5145617B0}"/>
              </a:ext>
            </a:extLst>
          </p:cNvPr>
          <p:cNvSpPr txBox="1"/>
          <p:nvPr/>
        </p:nvSpPr>
        <p:spPr>
          <a:xfrm>
            <a:off x="4681728" y="2026237"/>
            <a:ext cx="70271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accent3"/>
                </a:solidFill>
              </a:rPr>
              <a:t>Equipe:</a:t>
            </a:r>
            <a:r>
              <a:rPr lang="pt-BR" sz="4400" b="1" dirty="0">
                <a:solidFill>
                  <a:sysClr val="windowText" lastClr="000000"/>
                </a:solidFill>
              </a:rPr>
              <a:t> </a:t>
            </a:r>
            <a:r>
              <a:rPr lang="pt-BR" sz="4400" b="1" dirty="0" err="1">
                <a:solidFill>
                  <a:sysClr val="windowText" lastClr="000000"/>
                </a:solidFill>
              </a:rPr>
              <a:t>Infinity</a:t>
            </a:r>
            <a:r>
              <a:rPr lang="pt-BR" sz="4400" b="1" dirty="0">
                <a:solidFill>
                  <a:sysClr val="windowText" lastClr="000000"/>
                </a:solidFill>
              </a:rPr>
              <a:t> Queens</a:t>
            </a:r>
          </a:p>
          <a:p>
            <a:pPr algn="ctr"/>
            <a:r>
              <a:rPr lang="pt-BR" sz="4400" b="1" dirty="0">
                <a:solidFill>
                  <a:schemeClr val="accent3"/>
                </a:solidFill>
              </a:rPr>
              <a:t>Jogo: </a:t>
            </a:r>
            <a:r>
              <a:rPr lang="pt-BR" sz="4400" b="1" dirty="0">
                <a:solidFill>
                  <a:sysClr val="windowText" lastClr="000000"/>
                </a:solidFill>
              </a:rPr>
              <a:t>O Culpado Entre Nós</a:t>
            </a:r>
          </a:p>
        </p:txBody>
      </p:sp>
    </p:spTree>
    <p:extLst>
      <p:ext uri="{BB962C8B-B14F-4D97-AF65-F5344CB8AC3E}">
        <p14:creationId xmlns:p14="http://schemas.microsoft.com/office/powerpoint/2010/main" val="261433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C09F8-5BBA-E62F-A82C-63777A1AE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EBADE8-F2CD-6FA4-2613-EEB7EF6C1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MELHORES JOGOS DA GAME JAM 2026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635A408-4521-EE31-A1FF-539C42CAA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55" y="5648325"/>
            <a:ext cx="1803242" cy="12096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4242456-9EEC-748E-8EBA-435FDB3D2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347" y="5648325"/>
            <a:ext cx="1697197" cy="113146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13987C2-B65E-CE71-F21B-9E5BB77634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2744" y="5680221"/>
            <a:ext cx="808000" cy="1177779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570DB8DB-84BE-E01E-8072-F3F4CABB8CA5}"/>
              </a:ext>
            </a:extLst>
          </p:cNvPr>
          <p:cNvSpPr txBox="1"/>
          <p:nvPr/>
        </p:nvSpPr>
        <p:spPr>
          <a:xfrm>
            <a:off x="5405717" y="4180699"/>
            <a:ext cx="67862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Categoria: Médio/Técnico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5FAE6AC-0CC5-D5DD-C270-151B522963D4}"/>
              </a:ext>
            </a:extLst>
          </p:cNvPr>
          <p:cNvSpPr txBox="1"/>
          <p:nvPr/>
        </p:nvSpPr>
        <p:spPr>
          <a:xfrm>
            <a:off x="5285298" y="4772755"/>
            <a:ext cx="70271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800" b="1" dirty="0">
                <a:solidFill>
                  <a:srgbClr val="FF0000"/>
                </a:solidFill>
              </a:rPr>
              <a:t>1º Lugar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95299015-37A2-1323-F53F-088D4209E5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6315" y="1650707"/>
            <a:ext cx="4598983" cy="282261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A1463197-560E-0B51-F032-DE3C0CC434D2}"/>
              </a:ext>
            </a:extLst>
          </p:cNvPr>
          <p:cNvSpPr txBox="1"/>
          <p:nvPr/>
        </p:nvSpPr>
        <p:spPr>
          <a:xfrm>
            <a:off x="5619927" y="2026237"/>
            <a:ext cx="525449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accent3"/>
                </a:solidFill>
              </a:rPr>
              <a:t>Equipe:</a:t>
            </a:r>
            <a:r>
              <a:rPr lang="pt-BR" sz="4400" b="1" dirty="0">
                <a:solidFill>
                  <a:sysClr val="windowText" lastClr="000000"/>
                </a:solidFill>
              </a:rPr>
              <a:t> </a:t>
            </a:r>
            <a:r>
              <a:rPr lang="pt-BR" sz="4400" b="1" dirty="0" err="1">
                <a:solidFill>
                  <a:sysClr val="windowText" lastClr="000000"/>
                </a:solidFill>
              </a:rPr>
              <a:t>CoffeeTech</a:t>
            </a:r>
            <a:endParaRPr lang="pt-BR" sz="4400" b="1" dirty="0">
              <a:solidFill>
                <a:sysClr val="windowText" lastClr="000000"/>
              </a:solidFill>
            </a:endParaRPr>
          </a:p>
          <a:p>
            <a:pPr algn="ctr"/>
            <a:r>
              <a:rPr lang="pt-BR" sz="4400" b="1" dirty="0">
                <a:solidFill>
                  <a:schemeClr val="accent3"/>
                </a:solidFill>
              </a:rPr>
              <a:t>Jogo: </a:t>
            </a:r>
            <a:r>
              <a:rPr lang="pt-BR" sz="4400" b="1" dirty="0">
                <a:solidFill>
                  <a:sysClr val="windowText" lastClr="000000"/>
                </a:solidFill>
              </a:rPr>
              <a:t>Singular</a:t>
            </a:r>
          </a:p>
        </p:txBody>
      </p:sp>
      <p:pic>
        <p:nvPicPr>
          <p:cNvPr id="5" name="Imagem 4" descr="Design PNG E SVG De Medalha De Ouro Do Primeiro Lugar Para Camisetas">
            <a:extLst>
              <a:ext uri="{FF2B5EF4-FFF2-40B4-BE49-F238E27FC236}">
                <a16:creationId xmlns:a16="http://schemas.microsoft.com/office/drawing/2014/main" id="{7F86365A-CD27-9434-8585-8335C3CE9AC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2935" r="22637"/>
          <a:stretch>
            <a:fillRect/>
          </a:stretch>
        </p:blipFill>
        <p:spPr>
          <a:xfrm>
            <a:off x="10524744" y="-51777"/>
            <a:ext cx="1667256" cy="306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452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190</Words>
  <Application>Microsoft Office PowerPoint</Application>
  <PresentationFormat>Widescreen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do Office</vt:lpstr>
      <vt:lpstr>Apresentação do PowerPoint</vt:lpstr>
      <vt:lpstr>O Sucesso da Game Jam em Números</vt:lpstr>
      <vt:lpstr>Continuidade do Projeto GamIFicar</vt:lpstr>
      <vt:lpstr>Agradeço pela confiança e empenho de todos.   Vocês são foda!</vt:lpstr>
      <vt:lpstr>PREMIAÇÃO</vt:lpstr>
      <vt:lpstr>MELHORES JOGOS DA GAME JAM 2026</vt:lpstr>
      <vt:lpstr>MELHORES JOGOS DA GAME JAM 2026</vt:lpstr>
      <vt:lpstr>MELHORES JOGOS DA GAME JAM 2026</vt:lpstr>
      <vt:lpstr>MELHORES JOGOS DA GAME JAM 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Arikleyton de Oliveira</dc:creator>
  <cp:lastModifiedBy>Arikleyton de Oliveira</cp:lastModifiedBy>
  <cp:revision>3</cp:revision>
  <dcterms:created xsi:type="dcterms:W3CDTF">2026-09-25T22:54:57Z</dcterms:created>
  <dcterms:modified xsi:type="dcterms:W3CDTF">2026-09-26T13:55:48Z</dcterms:modified>
</cp:coreProperties>
</file>